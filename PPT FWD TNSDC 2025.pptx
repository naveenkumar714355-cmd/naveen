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type="screen16x9" cy="6858000" cx="12192000"/>
  <p:notesSz cx="12192000" cy="6858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tableStyles" Target="tableStyle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695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1048696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IN"/>
          </a:p>
        </p:txBody>
      </p:sp>
      <p:sp>
        <p:nvSpPr>
          <p:cNvPr id="104869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9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69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60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48260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32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592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6670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593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94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595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23901"/>
          </a:xfrm>
        </p:spPr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681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66700"/>
          </a:xfrm>
        </p:spPr>
        <p:txBody>
          <a:bodyPr bIns="0" lIns="0" rIns="0" tIns="0"/>
          <a:p/>
        </p:txBody>
      </p:sp>
      <p:sp>
        <p:nvSpPr>
          <p:cNvPr id="1048682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83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84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23901"/>
          </a:xfrm>
        </p:spPr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686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6670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87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6670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88" name="Holder 5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89" name="Holder 6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90" name="Holder 7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23901"/>
          </a:xfrm>
        </p:spPr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607" name="Holder 3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08" name="Holder 4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09" name="Holder 5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Holder 2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92" name="Holder 3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93" name="Holder 4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ah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bIns="0" lIns="0" rIns="0" rtlCol="0" tIns="0" wrap="square"/>
          <a:p/>
        </p:txBody>
      </p:sp>
      <p:sp>
        <p:nvSpPr>
          <p:cNvPr id="104857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ah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bIns="0" lIns="0" rIns="0" rtlCol="0" tIns="0" wrap="square"/>
          <a:p/>
        </p:txBody>
      </p:sp>
      <p:sp>
        <p:nvSpPr>
          <p:cNvPr id="104857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ah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7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ah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ah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ah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ah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ah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ah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6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587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588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89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590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1048596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ah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bIns="0" lIns="0" rIns="0" rtlCol="0" tIns="0" wrap="square"/>
            <a:p/>
          </p:txBody>
        </p:sp>
        <p:sp>
          <p:nvSpPr>
            <p:cNvPr id="1048597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ah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598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ah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bIns="0" lIns="0" rIns="0" rtlCol="0" tIns="0" wrap="square"/>
          <a:p/>
        </p:txBody>
      </p:sp>
      <p:sp>
        <p:nvSpPr>
          <p:cNvPr id="1048599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ah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00" name="object 7"/>
          <p:cNvSpPr txBox="1">
            <a:spLocks noGrp="1"/>
          </p:cNvSpPr>
          <p:nvPr>
            <p:ph type="ctrTitle"/>
          </p:nvPr>
        </p:nvSpPr>
        <p:spPr>
          <a:xfrm>
            <a:off x="1523999" y="19665"/>
            <a:ext cx="7629525" cy="1001556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3213735">
              <a:spcBef>
                <a:spcPts val="130"/>
              </a:spcBef>
            </a:pPr>
            <a:r>
              <a:rPr b="1" dirty="0" i="0" lang="en-US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 </a:t>
            </a:r>
            <a:br>
              <a:rPr b="1" dirty="0" i="0" lang="en-US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dirty="0" spc="15"/>
          </a:p>
        </p:txBody>
      </p:sp>
      <p:pic>
        <p:nvPicPr>
          <p:cNvPr id="2097152" name="object 9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01" name="object 11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1</a:t>
            </a:fld>
            <a:endParaRPr dirty="0" spc="10"/>
          </a:p>
        </p:txBody>
      </p:sp>
      <p:sp>
        <p:nvSpPr>
          <p:cNvPr id="1048602" name="TextBox 13"/>
          <p:cNvSpPr txBox="1"/>
          <p:nvPr/>
        </p:nvSpPr>
        <p:spPr>
          <a:xfrm>
            <a:off x="2554542" y="3314150"/>
            <a:ext cx="8610600" cy="2225041"/>
          </a:xfrm>
          <a:prstGeom prst="rect"/>
          <a:noFill/>
        </p:spPr>
        <p:txBody>
          <a:bodyPr anchor="t" bIns="45720" lIns="91440" rIns="91440" rtlCol="0" tIns="45720" wrap="square">
            <a:spAutoFit/>
          </a:bodyPr>
          <a:p>
            <a:r>
              <a:rPr dirty="0" sz="2400" lang="en-US"/>
              <a:t>STUDENT NAME: </a:t>
            </a:r>
            <a:r>
              <a:rPr dirty="0" sz="2400" lang="en-US"/>
              <a:t>Naveen Kumar.s</a:t>
            </a:r>
            <a:endParaRPr altLang="en-US" lang="zh-CN"/>
          </a:p>
          <a:p>
            <a:r>
              <a:rPr dirty="0" sz="2400" lang="en-US"/>
              <a:t>REGISTER NO AND NMID: 2422, 01848@sbru17242210184</a:t>
            </a:r>
            <a:endParaRPr dirty="0" sz="2400" lang="en-US">
              <a:cs typeface="Calibri"/>
            </a:endParaRPr>
          </a:p>
          <a:p>
            <a:r>
              <a:rPr dirty="0" sz="2400" lang="en-US"/>
              <a:t>DEPARTMENT: </a:t>
            </a:r>
          </a:p>
          <a:p>
            <a:r>
              <a:rPr dirty="0" sz="2400" lang="en-US"/>
              <a:t>C</a:t>
            </a:r>
            <a:r>
              <a:rPr dirty="0" sz="2400" lang="en-US"/>
              <a:t>ollege</a:t>
            </a:r>
            <a:r>
              <a:rPr dirty="0" sz="2400" lang="en-US"/>
              <a:t>: </a:t>
            </a:r>
            <a:r>
              <a:rPr dirty="0" sz="2400" lang="en-US"/>
              <a:t>s</a:t>
            </a:r>
            <a:r>
              <a:rPr dirty="0" sz="2400" lang="en-US"/>
              <a:t>r</a:t>
            </a:r>
            <a:r>
              <a:rPr dirty="0" sz="2400" lang="en-US"/>
              <a:t>i vasavi college self finance wings Bharathiya Buniversity</a:t>
            </a:r>
            <a:r>
              <a:rPr dirty="0" sz="2400" lang="en-US"/>
              <a:t>/UNIVERSITY</a:t>
            </a:r>
            <a:endParaRPr altLang="en-US" lang="zh-CN"/>
          </a:p>
          <a:p>
            <a:r>
              <a:rPr dirty="0" sz="2400" lang="en-US"/>
              <a:t>           </a:t>
            </a:r>
            <a:endParaRPr dirty="0" sz="2400"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object 2"/>
          <p:cNvSpPr/>
          <p:nvPr/>
        </p:nvSpPr>
        <p:spPr>
          <a:xfrm>
            <a:off x="3086100" y="0"/>
            <a:ext cx="12192000" cy="6858000"/>
          </a:xfrm>
          <a:custGeom>
            <a:avLst/>
            <a:ah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bIns="0" lIns="0" rIns="0" rtlCol="0" tIns="0" wrap="square"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1048611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ah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12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ah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13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ah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4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ah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5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ah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6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ah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7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ah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8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ah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9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ah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620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621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22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23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24" name="object 1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3909695" cy="6388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spc="5"/>
              <a:t>PROJECT</a:t>
            </a:r>
            <a:r>
              <a:rPr dirty="0" sz="4250" spc="-85"/>
              <a:t> </a:t>
            </a:r>
            <a:r>
              <a:rPr dirty="0" sz="4250" spc="25"/>
              <a:t>TITLE</a:t>
            </a:r>
            <a:endParaRPr sz="4250"/>
          </a:p>
        </p:txBody>
      </p:sp>
      <p:grpSp>
        <p:nvGrpSpPr>
          <p:cNvPr id="27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2097153" name="object 19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/>
          </p:spPr>
        </p:pic>
        <p:pic>
          <p:nvPicPr>
            <p:cNvPr id="2097154" name="object 20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/>
          </p:spPr>
        </p:pic>
      </p:grpSp>
      <p:sp>
        <p:nvSpPr>
          <p:cNvPr id="1048625" name="object 22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2</a:t>
            </a:fld>
            <a:endParaRPr dirty="0" spc="10"/>
          </a:p>
        </p:txBody>
      </p:sp>
      <p:sp>
        <p:nvSpPr>
          <p:cNvPr id="1048708" name="object 2"/>
          <p:cNvSpPr/>
          <p:nvPr/>
        </p:nvSpPr>
        <p:spPr>
          <a:xfrm>
            <a:off x="3727797" y="3257951"/>
            <a:ext cx="11432480" cy="6430770"/>
          </a:xfrm>
          <a:custGeom>
            <a:avLst/>
            <a:ah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bIns="0" lIns="0" rIns="0" rtlCol="0" tIns="0" wrap="square"/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Bio Data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ah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bIns="0" lIns="0" rIns="0" rtlCol="0" tIns="0" wrap="square"/>
          <a:p>
            <a:endParaRPr dirty="0"/>
          </a:p>
        </p:txBody>
      </p:sp>
      <p:grpSp>
        <p:nvGrpSpPr>
          <p:cNvPr id="29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1048627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ah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8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ah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9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ah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0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ah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1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ah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2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ah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3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ah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4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ah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5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ah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636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637" name="object 14"/>
          <p:cNvSpPr txBox="1"/>
          <p:nvPr/>
        </p:nvSpPr>
        <p:spPr>
          <a:xfrm>
            <a:off x="752475" y="6486037"/>
            <a:ext cx="1773555" cy="166370"/>
          </a:xfrm>
          <a:prstGeom prst="rect"/>
        </p:spPr>
        <p:txBody>
          <a:bodyPr bIns="0" lIns="0" rIns="0" rtlCol="0" tIns="0" vert="horz" wrap="square">
            <a:spAutoFit/>
          </a:bodyPr>
          <a:p>
            <a:pPr>
              <a:lnSpc>
                <a:spcPts val="1275"/>
              </a:lnSpc>
            </a:pPr>
            <a:r>
              <a:rPr dirty="0" sz="1100" spc="2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dirty="0" sz="1100" spc="1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dirty="0" sz="110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dirty="0" sz="1100" spc="13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 spc="5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b="1" dirty="0" sz="1100" spc="1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b="1" dirty="0" sz="1100" spc="-14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9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b="1" dirty="0" sz="1100" spc="-35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48638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ah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bIns="0" lIns="0" rIns="0" rtlCol="0" tIns="0" wrap="square"/>
          <a:p/>
        </p:txBody>
      </p:sp>
      <p:sp>
        <p:nvSpPr>
          <p:cNvPr id="1048639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ah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pic>
        <p:nvPicPr>
          <p:cNvPr id="2097155" name="object 17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/>
        </p:spPr>
      </p:pic>
      <p:grpSp>
        <p:nvGrpSpPr>
          <p:cNvPr id="30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2097156" name="object 19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/>
          </p:spPr>
        </p:pic>
        <p:pic>
          <p:nvPicPr>
            <p:cNvPr id="2097157" name="object 20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/>
          </p:spPr>
        </p:pic>
      </p:grpSp>
      <p:sp>
        <p:nvSpPr>
          <p:cNvPr id="1048640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1461135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25"/>
              <a:t>A</a:t>
            </a:r>
            <a:r>
              <a:rPr dirty="0" spc="-5"/>
              <a:t>G</a:t>
            </a:r>
            <a:r>
              <a:rPr dirty="0" spc="-35"/>
              <a:t>E</a:t>
            </a:r>
            <a:r>
              <a:rPr dirty="0" spc="15"/>
              <a:t>N</a:t>
            </a:r>
            <a:r>
              <a:rPr dirty="0"/>
              <a:t>DA</a:t>
            </a:r>
          </a:p>
        </p:txBody>
      </p:sp>
      <p:sp>
        <p:nvSpPr>
          <p:cNvPr id="1048641" name="object 22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3</a:t>
            </a:fld>
            <a:endParaRPr dirty="0" spc="10"/>
          </a:p>
        </p:txBody>
      </p:sp>
      <p:sp>
        <p:nvSpPr>
          <p:cNvPr id="1048642" name="TextBox 22"/>
          <p:cNvSpPr txBox="1"/>
          <p:nvPr/>
        </p:nvSpPr>
        <p:spPr>
          <a:xfrm>
            <a:off x="2509807" y="1041533"/>
            <a:ext cx="5029200" cy="4701541"/>
          </a:xfrm>
          <a:prstGeom prst="rect"/>
          <a:noFill/>
        </p:spPr>
        <p:txBody>
          <a:bodyPr rtlCol="0" wrap="square">
            <a:spAutoFit/>
          </a:bodyPr>
          <a:p>
            <a:pPr algn="l"/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dirty="0" sz="2800" lang="en-US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104864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ah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4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ah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58" name="object 5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/>
          </p:spPr>
        </p:pic>
      </p:grpSp>
      <p:sp>
        <p:nvSpPr>
          <p:cNvPr id="1048645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46" name="object 7"/>
          <p:cNvSpPr txBox="1">
            <a:spLocks noGrp="1"/>
          </p:cNvSpPr>
          <p:nvPr>
            <p:ph type="title"/>
          </p:nvPr>
        </p:nvSpPr>
        <p:spPr>
          <a:xfrm>
            <a:off x="834072" y="575055"/>
            <a:ext cx="5636895" cy="12611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  <a:tabLst>
                <a:tab algn="l" pos="2727960"/>
              </a:tabLst>
            </a:pPr>
            <a:r>
              <a:rPr dirty="0" sz="4250" spc="-20"/>
              <a:t>P</a:t>
            </a:r>
            <a:r>
              <a:rPr dirty="0" sz="4250" spc="15"/>
              <a:t>ROB</a:t>
            </a:r>
            <a:r>
              <a:rPr dirty="0" sz="4250" spc="55"/>
              <a:t>L</a:t>
            </a:r>
            <a:r>
              <a:rPr dirty="0" sz="4250" spc="-20"/>
              <a:t>E</a:t>
            </a:r>
            <a:r>
              <a:rPr dirty="0" sz="4250" spc="20"/>
              <a:t>M</a:t>
            </a:r>
            <a:r>
              <a:rPr dirty="0" sz="4250"/>
              <a:t>	</a:t>
            </a:r>
            <a:r>
              <a:rPr dirty="0" sz="4250" spc="10"/>
              <a:t>S</a:t>
            </a:r>
            <a:r>
              <a:rPr dirty="0" sz="4250" spc="-370"/>
              <a:t>T</a:t>
            </a:r>
            <a:r>
              <a:rPr dirty="0" sz="4250" spc="-375"/>
              <a:t>A</a:t>
            </a:r>
            <a:r>
              <a:rPr dirty="0" sz="4250" spc="15"/>
              <a:t>T</a:t>
            </a:r>
            <a:r>
              <a:rPr dirty="0" sz="4250" spc="-10"/>
              <a:t>E</a:t>
            </a:r>
            <a:r>
              <a:rPr dirty="0" sz="4250" spc="-20"/>
              <a:t>ME</a:t>
            </a:r>
            <a:r>
              <a:rPr dirty="0" sz="4250" spc="10"/>
              <a:t>NT</a:t>
            </a:r>
            <a:endParaRPr sz="4250"/>
          </a:p>
        </p:txBody>
      </p:sp>
      <p:pic>
        <p:nvPicPr>
          <p:cNvPr id="2097159" name="object 8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47" name="object 10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4</a:t>
            </a:fld>
            <a:endParaRPr dirty="0" spc="10"/>
          </a:p>
        </p:txBody>
      </p:sp>
      <p:sp>
        <p:nvSpPr>
          <p:cNvPr id="1048700" name=""/>
          <p:cNvSpPr txBox="1"/>
          <p:nvPr/>
        </p:nvSpPr>
        <p:spPr>
          <a:xfrm>
            <a:off x="2476499" y="1373504"/>
            <a:ext cx="4572000" cy="88925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Nowadays, students and professionals often face difficulties in presenting their biodata in a clear and attractive way. Traditional paper biodata or resumes are limited, easily misplaced, and do not highlight skills interactively. A biodata website solves this problem by providing a digital platform to showcase personal information, education, skills, and achievements in an organized and accessible manner. It allows others, such as employers, teachers, or friends, to easily view and understand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1048648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ah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49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ah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60" name="object 5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/>
          </p:spPr>
        </p:pic>
      </p:grpSp>
      <p:sp>
        <p:nvSpPr>
          <p:cNvPr id="1048650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51" name="object 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5263515" cy="6388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  <a:tabLst>
                <a:tab algn="l" pos="2642870"/>
              </a:tabLst>
            </a:pPr>
            <a:r>
              <a:rPr dirty="0" sz="4250" spc="5"/>
              <a:t>PROJECT	</a:t>
            </a:r>
            <a:r>
              <a:rPr dirty="0" sz="4250" spc="-20"/>
              <a:t>OVERVIEW</a:t>
            </a:r>
            <a:endParaRPr sz="4250"/>
          </a:p>
        </p:txBody>
      </p:sp>
      <p:pic>
        <p:nvPicPr>
          <p:cNvPr id="2097161" name="object 8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52" name="object 10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5</a:t>
            </a:fld>
            <a:endParaRPr dirty="0" spc="10"/>
          </a:p>
        </p:txBody>
      </p:sp>
      <p:sp>
        <p:nvSpPr>
          <p:cNvPr id="1048701" name=""/>
          <p:cNvSpPr txBox="1"/>
          <p:nvPr/>
        </p:nvSpPr>
        <p:spPr>
          <a:xfrm>
            <a:off x="2124075" y="2545080"/>
            <a:ext cx="4572000" cy="17678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Creating Web page in digital portfolio to bio data. Using the language HTML CSS JavaScript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54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55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56" name="object 5"/>
          <p:cNvSpPr txBox="1">
            <a:spLocks noGrp="1"/>
          </p:cNvSpPr>
          <p:nvPr>
            <p:ph type="title"/>
          </p:nvPr>
        </p:nvSpPr>
        <p:spPr>
          <a:xfrm>
            <a:off x="699452" y="891793"/>
            <a:ext cx="5014595" cy="518159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25"/>
              <a:t>W</a:t>
            </a:r>
            <a:r>
              <a:rPr dirty="0" sz="3200" spc="-20"/>
              <a:t>H</a:t>
            </a:r>
            <a:r>
              <a:rPr dirty="0" sz="3200" spc="20"/>
              <a:t>O</a:t>
            </a:r>
            <a:r>
              <a:rPr dirty="0" sz="3200" spc="-235"/>
              <a:t> </a:t>
            </a:r>
            <a:r>
              <a:rPr dirty="0" sz="3200" spc="-10"/>
              <a:t>AR</a:t>
            </a:r>
            <a:r>
              <a:rPr dirty="0" sz="3200" spc="15"/>
              <a:t>E</a:t>
            </a:r>
            <a:r>
              <a:rPr dirty="0" sz="3200" spc="-35"/>
              <a:t> </a:t>
            </a:r>
            <a:r>
              <a:rPr dirty="0" sz="3200" spc="-10"/>
              <a:t>T</a:t>
            </a:r>
            <a:r>
              <a:rPr dirty="0" sz="3200" spc="-15"/>
              <a:t>H</a:t>
            </a:r>
            <a:r>
              <a:rPr dirty="0" sz="3200" spc="15"/>
              <a:t>E</a:t>
            </a:r>
            <a:r>
              <a:rPr dirty="0" sz="3200" spc="-35"/>
              <a:t> </a:t>
            </a:r>
            <a:r>
              <a:rPr dirty="0" sz="3200" spc="-20"/>
              <a:t>E</a:t>
            </a:r>
            <a:r>
              <a:rPr dirty="0" sz="3200" spc="30"/>
              <a:t>N</a:t>
            </a:r>
            <a:r>
              <a:rPr dirty="0" sz="3200" spc="15"/>
              <a:t>D</a:t>
            </a:r>
            <a:r>
              <a:rPr dirty="0" sz="3200" spc="-45"/>
              <a:t> </a:t>
            </a:r>
            <a:r>
              <a:rPr dirty="0" sz="3200"/>
              <a:t>U</a:t>
            </a:r>
            <a:r>
              <a:rPr dirty="0" sz="3200" spc="10"/>
              <a:t>S</a:t>
            </a:r>
            <a:r>
              <a:rPr dirty="0" sz="3200" spc="-25"/>
              <a:t>E</a:t>
            </a:r>
            <a:r>
              <a:rPr dirty="0" sz="3200" spc="-10"/>
              <a:t>R</a:t>
            </a:r>
            <a:r>
              <a:rPr dirty="0" sz="3200" spc="5"/>
              <a:t>S?</a:t>
            </a:r>
            <a:endParaRPr sz="3200"/>
          </a:p>
        </p:txBody>
      </p:sp>
      <p:pic>
        <p:nvPicPr>
          <p:cNvPr id="2097162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/>
        </p:spPr>
      </p:pic>
      <p:sp>
        <p:nvSpPr>
          <p:cNvPr id="1048657" name="object 8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6</a:t>
            </a:fld>
            <a:endParaRPr dirty="0" spc="10"/>
          </a:p>
        </p:txBody>
      </p:sp>
      <p:sp>
        <p:nvSpPr>
          <p:cNvPr id="1048702" name=""/>
          <p:cNvSpPr txBox="1"/>
          <p:nvPr/>
        </p:nvSpPr>
        <p:spPr>
          <a:xfrm>
            <a:off x="2288848" y="3251200"/>
            <a:ext cx="3144726" cy="30251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6
Edit on PC
All the user and humans are the end user.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object 2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/>
        </p:spPr>
      </p:pic>
      <p:sp>
        <p:nvSpPr>
          <p:cNvPr id="1048658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59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60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61" name="object 6"/>
          <p:cNvSpPr txBox="1">
            <a:spLocks noGrp="1"/>
          </p:cNvSpPr>
          <p:nvPr>
            <p:ph type="title"/>
          </p:nvPr>
        </p:nvSpPr>
        <p:spPr>
          <a:xfrm>
            <a:off x="558165" y="857885"/>
            <a:ext cx="9763125" cy="546736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lang="en-IN" spc="10"/>
              <a:t>TOOLS AND TECHNIQUES</a:t>
            </a:r>
            <a:endParaRPr dirty="0" sz="3600"/>
          </a:p>
        </p:txBody>
      </p:sp>
      <p:pic>
        <p:nvPicPr>
          <p:cNvPr id="2097164" name="object 7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62" name="object 9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7</a:t>
            </a:fld>
            <a:endParaRPr dirty="0" spc="10"/>
          </a:p>
        </p:txBody>
      </p:sp>
      <p:sp>
        <p:nvSpPr>
          <p:cNvPr id="1048703" name=""/>
          <p:cNvSpPr txBox="1"/>
          <p:nvPr/>
        </p:nvSpPr>
        <p:spPr>
          <a:xfrm rot="21516058">
            <a:off x="3800475" y="1779340"/>
            <a:ext cx="4572000" cy="55397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Digital portfolio
visual basic stdio
Code pee
HTML
CSS
Javascript
7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5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/>
        </p:spPr>
      </p:pic>
      <p:sp>
        <p:nvSpPr>
          <p:cNvPr id="1048664" name="object 9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65" name="object 8"/>
          <p:cNvSpPr txBox="1"/>
          <p:nvPr/>
        </p:nvSpPr>
        <p:spPr>
          <a:xfrm>
            <a:off x="739775" y="291147"/>
            <a:ext cx="8794750" cy="629018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 sz="4000" lang="en-IN" spc="15">
                <a:latin typeface="Trebuchet MS"/>
                <a:cs typeface="Trebuchet MS"/>
              </a:rPr>
              <a:t>POTFOLIO DESIGN AND LAYOUT</a:t>
            </a:r>
            <a:endParaRPr dirty="0" sz="4000">
              <a:latin typeface="Trebuchet MS"/>
              <a:cs typeface="Trebuchet MS"/>
            </a:endParaRPr>
          </a:p>
        </p:txBody>
      </p:sp>
      <p:sp>
        <p:nvSpPr>
          <p:cNvPr id="1048666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23901"/>
          </a:xfrm>
        </p:spPr>
        <p:txBody>
          <a:bodyPr/>
          <a:p>
            <a:r>
              <a:rPr dirty="0" lang="en-IN"/>
              <a:t>FEATURES AND FUNCTIONALITY</a:t>
            </a:r>
          </a:p>
        </p:txBody>
      </p:sp>
      <p:sp>
        <p:nvSpPr>
          <p:cNvPr id="1048705" name=""/>
          <p:cNvSpPr txBox="1"/>
          <p:nvPr/>
        </p:nvSpPr>
        <p:spPr>
          <a:xfrm rot="21572560">
            <a:off x="2433563" y="1604304"/>
            <a:ext cx="4572000" cy="88925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Features of Biodata Website
User-friendly Interface Simple and clean design for easy navigation.
Personal Information Section - Displays name, photo, contact details, etc. Features of Biodata Website
Facilities of Biodata Website
Provides a digital platform for presenting biodata.
Accessible anytime, anywhere via the internet.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object 2"/>
          <p:cNvSpPr txBox="1"/>
          <p:nvPr/>
        </p:nvSpPr>
        <p:spPr>
          <a:xfrm>
            <a:off x="752475" y="6486037"/>
            <a:ext cx="1773555" cy="166370"/>
          </a:xfrm>
          <a:prstGeom prst="rect"/>
        </p:spPr>
        <p:txBody>
          <a:bodyPr bIns="0" lIns="0" rIns="0" rtlCol="0" tIns="0" vert="horz" wrap="square">
            <a:spAutoFit/>
          </a:bodyPr>
          <a:p>
            <a:pPr>
              <a:lnSpc>
                <a:spcPts val="1275"/>
              </a:lnSpc>
            </a:pPr>
            <a:r>
              <a:rPr dirty="0" sz="1100" spc="2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dirty="0" sz="1100" spc="1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dirty="0" sz="110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dirty="0" sz="1100" spc="13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 spc="5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b="1" dirty="0" sz="1100" spc="1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b="1" dirty="0" sz="1100" spc="-14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9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b="1" dirty="0" sz="1100" spc="-35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48669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70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71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6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/>
        </p:spPr>
      </p:pic>
      <p:sp>
        <p:nvSpPr>
          <p:cNvPr id="1048672" name="object 7"/>
          <p:cNvSpPr txBox="1">
            <a:spLocks noGrp="1"/>
          </p:cNvSpPr>
          <p:nvPr>
            <p:ph type="title"/>
          </p:nvPr>
        </p:nvSpPr>
        <p:spPr>
          <a:xfrm>
            <a:off x="739775" y="654938"/>
            <a:ext cx="8480425" cy="6388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lang="en-IN" spc="15"/>
              <a:t>RESULTS AND SCREENSHOTS</a:t>
            </a:r>
            <a:endParaRPr dirty="0" sz="4250"/>
          </a:p>
        </p:txBody>
      </p:sp>
      <p:sp>
        <p:nvSpPr>
          <p:cNvPr id="1048673" name="object 8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74" name="TextBox 8"/>
          <p:cNvSpPr txBox="1"/>
          <p:nvPr/>
        </p:nvSpPr>
        <p:spPr>
          <a:xfrm>
            <a:off x="2743200" y="2354703"/>
            <a:ext cx="8534018" cy="954107"/>
          </a:xfrm>
          <a:prstGeom prst="rect"/>
          <a:noFill/>
        </p:spPr>
        <p:txBody>
          <a:bodyPr rtlCol="0" wrap="square">
            <a:spAutoFit/>
          </a:bodyPr>
          <a:p>
            <a:pPr algn="l">
              <a:buFont typeface="Arial" panose="020B0604020202020204" pitchFamily="34" charset="0"/>
              <a:buChar char="•"/>
            </a:pP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9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4554332" y="1628822"/>
            <a:ext cx="3083336" cy="3390183"/>
          </a:xfrm>
          <a:prstGeom prst="rect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76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77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7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/>
        </p:spPr>
      </p:pic>
      <p:sp>
        <p:nvSpPr>
          <p:cNvPr id="1048678" name="object 7"/>
          <p:cNvSpPr txBox="1">
            <a:spLocks noGrp="1"/>
          </p:cNvSpPr>
          <p:nvPr>
            <p:ph type="title"/>
          </p:nvPr>
        </p:nvSpPr>
        <p:spPr>
          <a:xfrm>
            <a:off x="755332" y="385444"/>
            <a:ext cx="4578668" cy="752129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lang="en-IN"/>
              <a:t>CONCLUSION</a:t>
            </a:r>
            <a:endParaRPr dirty="0"/>
          </a:p>
        </p:txBody>
      </p:sp>
      <p:sp>
        <p:nvSpPr>
          <p:cNvPr id="1048679" name="object 9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11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706" name=""/>
          <p:cNvSpPr txBox="1"/>
          <p:nvPr/>
        </p:nvSpPr>
        <p:spPr>
          <a:xfrm>
            <a:off x="3809999" y="1137573"/>
            <a:ext cx="4572000" cy="67970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conclusion, the biodata website provides a simple and effective platform to present personal, educational, and professional details in a well-organized manner. It eliminates the limitations of traditional paper resumes and makes information accessible anywhere, anytime. By showcasing skills, achievements, and contact details digitally, the website not only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Face Mask Detection using Convolutional Neural Network (CNN)  </dc:title>
  <dc:creator>Konduru Narasimha</dc:creator>
  <cp:lastModifiedBy>Nanthini Mohan</cp:lastModifiedBy>
  <dcterms:created xsi:type="dcterms:W3CDTF">2024-03-29T04:07:22Z</dcterms:created>
  <dcterms:modified xsi:type="dcterms:W3CDTF">2025-09-08T05:23:20Z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  <property fmtid="{D5CDD505-2E9C-101B-9397-08002B2CF9AE}" pid="4" name="ICV">
    <vt:lpwstr>37e2b225b9a44ce886d8a66005d2b3c3</vt:lpwstr>
  </property>
</Properties>
</file>